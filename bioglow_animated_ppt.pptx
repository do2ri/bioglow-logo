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45" d="100"/>
          <a:sy n="45" d="100"/>
        </p:scale>
        <p:origin x="30" y="9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2F7AA-04D3-0097-9561-72F99C918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CB23F-8E5B-7096-3A3D-41FBEE89C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81E45-CF37-274E-C64D-A696664D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63A7-8200-4EF7-B953-1F2C53A24EC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0EEFF-216D-A15D-B00E-237E2D2F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B8A0C-9318-0658-00C4-3214AB72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FDD73-7D25-447B-88BD-93E1739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7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DAA7-0E75-00A7-A303-DF05148D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880DE-7B79-5997-9E8B-04562E43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18F1F-0BFD-DA13-62B5-4A112B95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63A7-8200-4EF7-B953-1F2C53A24EC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89969-8A94-851B-D9E5-C4A5B4D9A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A63E-4580-372F-D1EC-87B4C110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FDD73-7D25-447B-88BD-93E1739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6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4722-401B-3004-8A31-F322AD83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42396-1F94-D609-CC77-4908151DF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48026-11E0-71AB-0E95-715666119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63A7-8200-4EF7-B953-1F2C53A24EC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365C5-CD55-9008-FAAB-2419B3139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3B1C2-BE1B-EB96-D578-13A4163F6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FDD73-7D25-447B-88BD-93E1739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4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F4C7-7E73-33AB-A7AD-E7C88FEB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DA2A5-C9E4-D4EA-72F1-77E0B5827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8B3A6-055D-3F36-C1B9-4A9772805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22A8A-9EDB-6DA4-5C6D-5CC98248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63A7-8200-4EF7-B953-1F2C53A24EC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ED7A3-9299-C4E5-178D-310222869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CFAD-1336-5E27-2917-468C4BD91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FDD73-7D25-447B-88BD-93E1739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6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FDA4E-EF39-893C-9FD6-4C1F92B4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FC366-4C73-A76E-AA13-E847364D0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AF847-8A26-ADD0-72CE-F345C871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6154D-B781-0E87-4E4F-50A8E1F95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A0577-78F4-29A6-B806-8DD83D75A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CA800E-D224-9DBA-9FAC-39A6D21B4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63A7-8200-4EF7-B953-1F2C53A24EC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1D6050-543F-06BD-393E-9D6C560B8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182C24-BBA7-2AF4-7453-19132480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FDD73-7D25-447B-88BD-93E1739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6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039B4-75E9-9453-FB6D-765312DFB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7FD37D-F072-5954-B3DD-866EE62A2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63A7-8200-4EF7-B953-1F2C53A24EC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0A26B8-2610-51B5-5CFA-F8320EDF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9011D-5EC6-7095-1E8F-549B78A8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FDD73-7D25-447B-88BD-93E1739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27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B55CF7-6F68-0469-B068-78AB7FE4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63A7-8200-4EF7-B953-1F2C53A24EC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BEAE9-93B2-70B0-2A72-911D366C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B0C37-98C8-8FC4-8A4A-03FA2649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FDD73-7D25-447B-88BD-93E1739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9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E43B-3D73-04A8-D287-7ACF8544F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E2BB9-4A6E-7E88-5598-33A6DC2E5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423EF-108D-258D-EEBF-93F6467A1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1385B-5E78-08DF-B065-63AE17024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63A7-8200-4EF7-B953-1F2C53A24EC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AF30E-3D80-EB18-D6EA-121A1B61C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2AC0C-541E-9A35-E779-57576A6F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FDD73-7D25-447B-88BD-93E1739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51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D8788-4CFB-D832-B5FB-17391E364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2121B-1B18-CFF7-E76F-35A31D630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19DC7-CAB9-E2D7-FD2B-7C0ACB7B0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04FBD-79F1-5E94-DB15-AFFE5833D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63A7-8200-4EF7-B953-1F2C53A24EC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53E43-AAAB-AB21-F715-F87097C7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DBEBC-6EAB-8CE7-C3D2-FFDC55E31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FDD73-7D25-447B-88BD-93E1739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759E-6473-F860-0944-4BE726F68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4A0E6-D14E-7B73-2617-CE838B724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D30E8-D04A-5EF7-C651-C41CCF2C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63A7-8200-4EF7-B953-1F2C53A24EC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49732-4E19-1814-C88D-DA574771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C5D59-4C6A-5CD2-0335-2E6E9070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FDD73-7D25-447B-88BD-93E1739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4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6F56F-B8DB-4EED-8B55-3A77C0CFAB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280B7-2CEA-AC77-A4BE-FF6DB6C4B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3C830-4483-CBC9-32F3-49E1BF2E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C63A7-8200-4EF7-B953-1F2C53A24EC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5E755-F2AC-24EC-511E-E83A36F7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8AC4F-08ED-559F-CE7F-0AFB1248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FDD73-7D25-447B-88BD-93E1739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86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C73A6F-A493-549E-13CD-DEF9A23B5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6FE61-CC40-152E-97D1-B104E4201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332F0-2FAD-FE10-B2EA-012D2A9CB2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C63A7-8200-4EF7-B953-1F2C53A24EC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D9374-CD24-F685-9B13-5F120C97D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F88DD-D8E0-4766-D01A-3A3020E8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FDD73-7D25-447B-88BD-93E1739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5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175A16-99CA-A706-0129-7FAF64241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149" y="957149"/>
            <a:ext cx="4943702" cy="494370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6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Donghyun Kim</dc:creator>
  <cp:lastModifiedBy>Donghyun Kim</cp:lastModifiedBy>
  <cp:revision>2</cp:revision>
  <dcterms:created xsi:type="dcterms:W3CDTF">2026-08-11T11:14:27Z</dcterms:created>
  <dcterms:modified xsi:type="dcterms:W3CDTF">2026-08-11T11:15:24Z</dcterms:modified>
</cp:coreProperties>
</file>